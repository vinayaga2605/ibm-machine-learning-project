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ink/ink2.xml" ContentType="application/inkml+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85" r:id="rId5"/>
    <p:sldId id="278" r:id="rId6"/>
    <p:sldId id="294" r:id="rId7"/>
    <p:sldId id="279" r:id="rId8"/>
    <p:sldId id="292" r:id="rId9"/>
    <p:sldId id="293" r:id="rId10"/>
    <p:sldId id="262" r:id="rId11"/>
    <p:sldId id="290" r:id="rId12"/>
    <p:sldId id="291" r:id="rId13"/>
    <p:sldId id="286" r:id="rId14"/>
    <p:sldId id="287" r:id="rId15"/>
    <p:sldId id="280"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07" autoAdjust="0"/>
  </p:normalViewPr>
  <p:slideViewPr>
    <p:cSldViewPr snapToGrid="0">
      <p:cViewPr varScale="1">
        <p:scale>
          <a:sx n="63" d="100"/>
          <a:sy n="63" d="100"/>
        </p:scale>
        <p:origin x="9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F65B29D0-DD12-DDC3-5CE1-E2A91AABFDBA}"/>
    <pc:docChg chg="modSld">
      <pc:chgData name="Aswini Kumar Motapothula" userId="S::aswinikumar@edunetfoundation.org::8849ae8d-bc89-4217-899c-9440ffcae5bb" providerId="AD" clId="Web-{F65B29D0-DD12-DDC3-5CE1-E2A91AABFDBA}" dt="2026-06-19T08:09:39.201" v="41" actId="20577"/>
      <pc:docMkLst>
        <pc:docMk/>
      </pc:docMkLst>
      <pc:sldChg chg="modSp">
        <pc:chgData name="Aswini Kumar Motapothula" userId="S::aswinikumar@edunetfoundation.org::8849ae8d-bc89-4217-899c-9440ffcae5bb" providerId="AD" clId="Web-{F65B29D0-DD12-DDC3-5CE1-E2A91AABFDBA}" dt="2026-06-19T08:09:39.201" v="41" actId="20577"/>
        <pc:sldMkLst>
          <pc:docMk/>
          <pc:sldMk cId="2136706720" sldId="280"/>
        </pc:sldMkLst>
        <pc:spChg chg="mod">
          <ac:chgData name="Aswini Kumar Motapothula" userId="S::aswinikumar@edunetfoundation.org::8849ae8d-bc89-4217-899c-9440ffcae5bb" providerId="AD" clId="Web-{F65B29D0-DD12-DDC3-5CE1-E2A91AABFDBA}" dt="2026-06-19T08:09:39.201" v="41" actId="20577"/>
          <ac:spMkLst>
            <pc:docMk/>
            <pc:sldMk cId="2136706720" sldId="280"/>
            <ac:spMk id="279" creationId="{EAFA16CB-0A72-5AC5-69A0-ABF4A752B43F}"/>
          </ac:spMkLst>
        </pc:spChg>
      </pc:sldChg>
      <pc:sldChg chg="modSp">
        <pc:chgData name="Aswini Kumar Motapothula" userId="S::aswinikumar@edunetfoundation.org::8849ae8d-bc89-4217-899c-9440ffcae5bb" providerId="AD" clId="Web-{F65B29D0-DD12-DDC3-5CE1-E2A91AABFDBA}" dt="2026-06-19T08:04:30.126" v="9" actId="20577"/>
        <pc:sldMkLst>
          <pc:docMk/>
          <pc:sldMk cId="2952584201" sldId="282"/>
        </pc:sldMkLst>
        <pc:spChg chg="mod">
          <ac:chgData name="Aswini Kumar Motapothula" userId="S::aswinikumar@edunetfoundation.org::8849ae8d-bc89-4217-899c-9440ffcae5bb" providerId="AD" clId="Web-{F65B29D0-DD12-DDC3-5CE1-E2A91AABFDBA}" dt="2026-06-19T08:04:30.126" v="9" actId="20577"/>
          <ac:spMkLst>
            <pc:docMk/>
            <pc:sldMk cId="2952584201" sldId="282"/>
            <ac:spMk id="2" creationId="{C6F6745E-14BA-0766-CE1E-32E29663832D}"/>
          </ac:spMkLst>
        </pc:spChg>
      </pc:sldChg>
      <pc:sldChg chg="modSp">
        <pc:chgData name="Aswini Kumar Motapothula" userId="S::aswinikumar@edunetfoundation.org::8849ae8d-bc89-4217-899c-9440ffcae5bb" providerId="AD" clId="Web-{F65B29D0-DD12-DDC3-5CE1-E2A91AABFDBA}" dt="2026-06-19T08:07:04.914" v="24" actId="20577"/>
        <pc:sldMkLst>
          <pc:docMk/>
          <pc:sldMk cId="2290294991" sldId="285"/>
        </pc:sldMkLst>
        <pc:spChg chg="mod">
          <ac:chgData name="Aswini Kumar Motapothula" userId="S::aswinikumar@edunetfoundation.org::8849ae8d-bc89-4217-899c-9440ffcae5bb" providerId="AD" clId="Web-{F65B29D0-DD12-DDC3-5CE1-E2A91AABFDBA}" dt="2026-06-19T08:07:04.914" v="24" actId="20577"/>
          <ac:spMkLst>
            <pc:docMk/>
            <pc:sldMk cId="2290294991" sldId="285"/>
            <ac:spMk id="2" creationId="{4A1BF701-ABCA-4DF0-8330-B6AF71EF8E39}"/>
          </ac:spMkLst>
        </pc:spChg>
        <pc:spChg chg="mod">
          <ac:chgData name="Aswini Kumar Motapothula" userId="S::aswinikumar@edunetfoundation.org::8849ae8d-bc89-4217-899c-9440ffcae5bb" providerId="AD" clId="Web-{F65B29D0-DD12-DDC3-5CE1-E2A91AABFDBA}" dt="2026-06-19T08:06:54.757" v="20" actId="1076"/>
          <ac:spMkLst>
            <pc:docMk/>
            <pc:sldMk cId="2290294991" sldId="285"/>
            <ac:spMk id="3" creationId="{527F30CC-07EF-8FCC-DA00-C9212F5DAECE}"/>
          </ac:spMkLst>
        </pc:spChg>
      </pc:sldChg>
      <pc:sldChg chg="modSp">
        <pc:chgData name="Aswini Kumar Motapothula" userId="S::aswinikumar@edunetfoundation.org::8849ae8d-bc89-4217-899c-9440ffcae5bb" providerId="AD" clId="Web-{F65B29D0-DD12-DDC3-5CE1-E2A91AABFDBA}" dt="2026-06-19T08:08:22.761" v="35" actId="14100"/>
        <pc:sldMkLst>
          <pc:docMk/>
          <pc:sldMk cId="917964102" sldId="286"/>
        </pc:sldMkLst>
        <pc:spChg chg="mod">
          <ac:chgData name="Aswini Kumar Motapothula" userId="S::aswinikumar@edunetfoundation.org::8849ae8d-bc89-4217-899c-9440ffcae5bb" providerId="AD" clId="Web-{F65B29D0-DD12-DDC3-5CE1-E2A91AABFDBA}" dt="2026-06-19T08:08:22.761" v="35" actId="14100"/>
          <ac:spMkLst>
            <pc:docMk/>
            <pc:sldMk cId="917964102" sldId="286"/>
            <ac:spMk id="3" creationId="{ED65F54F-855A-0DB6-09A6-3212C5F7405B}"/>
          </ac:spMkLst>
        </pc:sp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swini Kumar Motapothula" userId="S::aswinikumar@edunetfoundation.org::8849ae8d-bc89-4217-899c-9440ffcae5bb" providerId="AD" clId="Web-{86BCD85A-7972-A6FD-263D-01F0C6DCFF46}"/>
    <pc:docChg chg="modSld">
      <pc:chgData name="Aswini Kumar Motapothula" userId="S::aswinikumar@edunetfoundation.org::8849ae8d-bc89-4217-899c-9440ffcae5bb" providerId="AD" clId="Web-{86BCD85A-7972-A6FD-263D-01F0C6DCFF46}" dt="2026-06-19T08:02:34.666" v="7" actId="14100"/>
      <pc:docMkLst>
        <pc:docMk/>
      </pc:docMkLst>
      <pc:sldChg chg="modSp">
        <pc:chgData name="Aswini Kumar Motapothula" userId="S::aswinikumar@edunetfoundation.org::8849ae8d-bc89-4217-899c-9440ffcae5bb" providerId="AD" clId="Web-{86BCD85A-7972-A6FD-263D-01F0C6DCFF46}" dt="2026-06-19T08:02:34.666" v="7" actId="14100"/>
        <pc:sldMkLst>
          <pc:docMk/>
          <pc:sldMk cId="2952584201" sldId="282"/>
        </pc:sldMkLst>
        <pc:spChg chg="mod">
          <ac:chgData name="Aswini Kumar Motapothula" userId="S::aswinikumar@edunetfoundation.org::8849ae8d-bc89-4217-899c-9440ffcae5bb" providerId="AD" clId="Web-{86BCD85A-7972-A6FD-263D-01F0C6DCFF46}" dt="2026-06-19T08:02:34.666" v="7" actId="14100"/>
          <ac:spMkLst>
            <pc:docMk/>
            <pc:sldMk cId="2952584201" sldId="282"/>
            <ac:spMk id="2" creationId="{C6F6745E-14BA-0766-CE1E-32E29663832D}"/>
          </ac:spMkLst>
        </pc:spChg>
        <pc:spChg chg="mod">
          <ac:chgData name="Aswini Kumar Motapothula" userId="S::aswinikumar@edunetfoundation.org::8849ae8d-bc89-4217-899c-9440ffcae5bb" providerId="AD" clId="Web-{86BCD85A-7972-A6FD-263D-01F0C6DCFF46}" dt="2026-06-19T08:02:27.557" v="5" actId="1076"/>
          <ac:spMkLst>
            <pc:docMk/>
            <pc:sldMk cId="2952584201" sldId="282"/>
            <ac:spMk id="3" creationId="{3847FA31-EA47-D27A-9D69-AF50A3080AEC}"/>
          </ac:spMkLst>
        </pc:spChg>
      </pc:sldChg>
    </pc:docChg>
  </pc:docChgLst>
  <pc:docChgLst>
    <pc:chgData name="Aman Shrivastava" userId="S::ashrivastava@edunetfoundation.org::c21995ab-fa37-4cde-b5a3-dec0fb9e9a10" providerId="AD" clId="Web-{746EE066-C99A-1548-0111-A8297267F854}"/>
    <pc:docChg chg="addSld delSld modSld">
      <pc:chgData name="Aman Shrivastava" userId="S::ashrivastava@edunetfoundation.org::c21995ab-fa37-4cde-b5a3-dec0fb9e9a10" providerId="AD" clId="Web-{746EE066-C99A-1548-0111-A8297267F854}" dt="2026-06-19T08:03:40.452" v="526" actId="20577"/>
      <pc:docMkLst>
        <pc:docMk/>
      </pc:docMkLst>
      <pc:sldChg chg="addSp delSp modSp">
        <pc:chgData name="Aman Shrivastava" userId="S::ashrivastava@edunetfoundation.org::c21995ab-fa37-4cde-b5a3-dec0fb9e9a10" providerId="AD" clId="Web-{746EE066-C99A-1548-0111-A8297267F854}" dt="2026-06-19T07:33:24.112" v="275" actId="1076"/>
        <pc:sldMkLst>
          <pc:docMk/>
          <pc:sldMk cId="0" sldId="262"/>
        </pc:sldMkLst>
        <pc:spChg chg="mod">
          <ac:chgData name="Aman Shrivastava" userId="S::ashrivastava@edunetfoundation.org::c21995ab-fa37-4cde-b5a3-dec0fb9e9a10" providerId="AD" clId="Web-{746EE066-C99A-1548-0111-A8297267F854}" dt="2026-06-19T07:19:09.981" v="163" actId="20577"/>
          <ac:spMkLst>
            <pc:docMk/>
            <pc:sldMk cId="0" sldId="262"/>
            <ac:spMk id="2" creationId="{78578745-3233-E2C4-2AF4-55BA57C68D3F}"/>
          </ac:spMkLst>
        </pc:spChg>
        <pc:picChg chg="del">
          <ac:chgData name="Aman Shrivastava" userId="S::ashrivastava@edunetfoundation.org::c21995ab-fa37-4cde-b5a3-dec0fb9e9a10" providerId="AD" clId="Web-{746EE066-C99A-1548-0111-A8297267F854}" dt="2026-06-19T07:19:13.309" v="164"/>
          <ac:picMkLst>
            <pc:docMk/>
            <pc:sldMk cId="0" sldId="262"/>
            <ac:picMk id="3" creationId="{81932CE2-F219-0CA8-0102-55B8C682B8A2}"/>
          </ac:picMkLst>
        </pc:picChg>
        <pc:picChg chg="add del mod">
          <ac:chgData name="Aman Shrivastava" userId="S::ashrivastava@edunetfoundation.org::c21995ab-fa37-4cde-b5a3-dec0fb9e9a10" providerId="AD" clId="Web-{746EE066-C99A-1548-0111-A8297267F854}" dt="2026-06-19T07:29:54.157" v="233"/>
          <ac:picMkLst>
            <pc:docMk/>
            <pc:sldMk cId="0" sldId="262"/>
            <ac:picMk id="4" creationId="{0F696AEB-6B26-EBFD-A6E6-04C93CAD4B8C}"/>
          </ac:picMkLst>
        </pc:picChg>
        <pc:picChg chg="add del mod">
          <ac:chgData name="Aman Shrivastava" userId="S::ashrivastava@edunetfoundation.org::c21995ab-fa37-4cde-b5a3-dec0fb9e9a10" providerId="AD" clId="Web-{746EE066-C99A-1548-0111-A8297267F854}" dt="2026-06-19T07:29:56.517" v="237"/>
          <ac:picMkLst>
            <pc:docMk/>
            <pc:sldMk cId="0" sldId="262"/>
            <ac:picMk id="5" creationId="{F8CE1B1B-3500-D06D-3892-955863EE0956}"/>
          </ac:picMkLst>
        </pc:picChg>
        <pc:picChg chg="add del mod modCrop">
          <ac:chgData name="Aman Shrivastava" userId="S::ashrivastava@edunetfoundation.org::c21995ab-fa37-4cde-b5a3-dec0fb9e9a10" providerId="AD" clId="Web-{746EE066-C99A-1548-0111-A8297267F854}" dt="2026-06-19T07:29:56.517" v="236"/>
          <ac:picMkLst>
            <pc:docMk/>
            <pc:sldMk cId="0" sldId="262"/>
            <ac:picMk id="6" creationId="{F45CC5AC-2F8D-421D-1A37-7A9E76322E5D}"/>
          </ac:picMkLst>
        </pc:picChg>
        <pc:picChg chg="add del mod">
          <ac:chgData name="Aman Shrivastava" userId="S::ashrivastava@edunetfoundation.org::c21995ab-fa37-4cde-b5a3-dec0fb9e9a10" providerId="AD" clId="Web-{746EE066-C99A-1548-0111-A8297267F854}" dt="2026-06-19T07:29:56.517" v="235"/>
          <ac:picMkLst>
            <pc:docMk/>
            <pc:sldMk cId="0" sldId="262"/>
            <ac:picMk id="7" creationId="{69FDCDC6-90F3-79E6-2538-18F3B1941DB9}"/>
          </ac:picMkLst>
        </pc:picChg>
        <pc:picChg chg="add del mod">
          <ac:chgData name="Aman Shrivastava" userId="S::ashrivastava@edunetfoundation.org::c21995ab-fa37-4cde-b5a3-dec0fb9e9a10" providerId="AD" clId="Web-{746EE066-C99A-1548-0111-A8297267F854}" dt="2026-06-19T07:29:56.517" v="234"/>
          <ac:picMkLst>
            <pc:docMk/>
            <pc:sldMk cId="0" sldId="262"/>
            <ac:picMk id="8" creationId="{05863A03-B1E0-BE27-CF99-55E9060C4385}"/>
          </ac:picMkLst>
        </pc:picChg>
        <pc:picChg chg="add del mod">
          <ac:chgData name="Aman Shrivastava" userId="S::ashrivastava@edunetfoundation.org::c21995ab-fa37-4cde-b5a3-dec0fb9e9a10" providerId="AD" clId="Web-{746EE066-C99A-1548-0111-A8297267F854}" dt="2026-06-19T07:33:18.534" v="272"/>
          <ac:picMkLst>
            <pc:docMk/>
            <pc:sldMk cId="0" sldId="262"/>
            <ac:picMk id="9" creationId="{1716D2F2-E7B8-D486-127F-EAEF8FFF8A47}"/>
          </ac:picMkLst>
        </pc:picChg>
        <pc:picChg chg="add del mod modCrop">
          <ac:chgData name="Aman Shrivastava" userId="S::ashrivastava@edunetfoundation.org::c21995ab-fa37-4cde-b5a3-dec0fb9e9a10" providerId="AD" clId="Web-{746EE066-C99A-1548-0111-A8297267F854}" dt="2026-06-19T07:31:57.002" v="257"/>
          <ac:picMkLst>
            <pc:docMk/>
            <pc:sldMk cId="0" sldId="262"/>
            <ac:picMk id="10" creationId="{2025DD85-F610-635E-3EE7-1A0AFFF721A5}"/>
          </ac:picMkLst>
        </pc:picChg>
        <pc:picChg chg="add mod">
          <ac:chgData name="Aman Shrivastava" userId="S::ashrivastava@edunetfoundation.org::c21995ab-fa37-4cde-b5a3-dec0fb9e9a10" providerId="AD" clId="Web-{746EE066-C99A-1548-0111-A8297267F854}" dt="2026-06-19T07:33:24.112" v="275" actId="1076"/>
          <ac:picMkLst>
            <pc:docMk/>
            <pc:sldMk cId="0" sldId="262"/>
            <ac:picMk id="12" creationId="{EA32AEB0-3A3B-DE1A-F3F6-817D1B453D04}"/>
          </ac:picMkLst>
        </pc:picChg>
        <pc:cxnChg chg="add del">
          <ac:chgData name="Aman Shrivastava" userId="S::ashrivastava@edunetfoundation.org::c21995ab-fa37-4cde-b5a3-dec0fb9e9a10" providerId="AD" clId="Web-{746EE066-C99A-1548-0111-A8297267F854}" dt="2026-06-19T07:33:20.831" v="273"/>
          <ac:cxnSpMkLst>
            <pc:docMk/>
            <pc:sldMk cId="0" sldId="262"/>
            <ac:cxnSpMk id="11" creationId="{2CFD3717-A15E-B9D4-66DE-AC2009D620FF}"/>
          </ac:cxnSpMkLst>
        </pc:cxnChg>
      </pc:sldChg>
      <pc:sldChg chg="modSp del">
        <pc:chgData name="Aman Shrivastava" userId="S::ashrivastava@edunetfoundation.org::c21995ab-fa37-4cde-b5a3-dec0fb9e9a10" providerId="AD" clId="Web-{746EE066-C99A-1548-0111-A8297267F854}" dt="2026-06-19T07:50:41.135" v="385"/>
        <pc:sldMkLst>
          <pc:docMk/>
          <pc:sldMk cId="0" sldId="264"/>
        </pc:sldMkLst>
        <pc:spChg chg="mod">
          <ac:chgData name="Aman Shrivastava" userId="S::ashrivastava@edunetfoundation.org::c21995ab-fa37-4cde-b5a3-dec0fb9e9a10" providerId="AD" clId="Web-{746EE066-C99A-1548-0111-A8297267F854}" dt="2026-06-19T07:34:47.159" v="298" actId="20577"/>
          <ac:spMkLst>
            <pc:docMk/>
            <pc:sldMk cId="0" sldId="264"/>
            <ac:spMk id="2" creationId="{B84A7B44-8B20-5A39-ED43-DA98D0FC7976}"/>
          </ac:spMkLst>
        </pc:spChg>
      </pc:sldChg>
      <pc:sldChg chg="del">
        <pc:chgData name="Aman Shrivastava" userId="S::ashrivastava@edunetfoundation.org::c21995ab-fa37-4cde-b5a3-dec0fb9e9a10" providerId="AD" clId="Web-{746EE066-C99A-1548-0111-A8297267F854}" dt="2026-06-19T07:34:25.847" v="285"/>
        <pc:sldMkLst>
          <pc:docMk/>
          <pc:sldMk cId="2115484872" sldId="277"/>
        </pc:sldMkLst>
      </pc:sldChg>
      <pc:sldChg chg="modSp">
        <pc:chgData name="Aman Shrivastava" userId="S::ashrivastava@edunetfoundation.org::c21995ab-fa37-4cde-b5a3-dec0fb9e9a10" providerId="AD" clId="Web-{746EE066-C99A-1548-0111-A8297267F854}" dt="2026-06-19T07:09:08.492" v="111" actId="20577"/>
        <pc:sldMkLst>
          <pc:docMk/>
          <pc:sldMk cId="3764405840" sldId="278"/>
        </pc:sldMkLst>
        <pc:spChg chg="mod">
          <ac:chgData name="Aman Shrivastava" userId="S::ashrivastava@edunetfoundation.org::c21995ab-fa37-4cde-b5a3-dec0fb9e9a10" providerId="AD" clId="Web-{746EE066-C99A-1548-0111-A8297267F854}" dt="2026-06-19T07:09:08.492" v="111" actId="20577"/>
          <ac:spMkLst>
            <pc:docMk/>
            <pc:sldMk cId="3764405840" sldId="278"/>
            <ac:spMk id="2" creationId="{151FBD4A-3273-E454-091D-D5B0678FC299}"/>
          </ac:spMkLst>
        </pc:spChg>
        <pc:spChg chg="mod">
          <ac:chgData name="Aman Shrivastava" userId="S::ashrivastava@edunetfoundation.org::c21995ab-fa37-4cde-b5a3-dec0fb9e9a10" providerId="AD" clId="Web-{746EE066-C99A-1548-0111-A8297267F854}" dt="2026-06-19T07:08:41.320" v="108" actId="20577"/>
          <ac:spMkLst>
            <pc:docMk/>
            <pc:sldMk cId="3764405840" sldId="278"/>
            <ac:spMk id="3" creationId="{4A7608B5-9906-EFCF-959A-E89FC2E3EE19}"/>
          </ac:spMkLst>
        </pc:spChg>
      </pc:sldChg>
      <pc:sldChg chg="addSp delSp modSp">
        <pc:chgData name="Aman Shrivastava" userId="S::ashrivastava@edunetfoundation.org::c21995ab-fa37-4cde-b5a3-dec0fb9e9a10" providerId="AD" clId="Web-{746EE066-C99A-1548-0111-A8297267F854}" dt="2026-06-19T07:36:01.988" v="320" actId="1076"/>
        <pc:sldMkLst>
          <pc:docMk/>
          <pc:sldMk cId="2772501912" sldId="279"/>
        </pc:sldMkLst>
        <pc:spChg chg="mod">
          <ac:chgData name="Aman Shrivastava" userId="S::ashrivastava@edunetfoundation.org::c21995ab-fa37-4cde-b5a3-dec0fb9e9a10" providerId="AD" clId="Web-{746EE066-C99A-1548-0111-A8297267F854}" dt="2026-06-19T07:18:42.903" v="130" actId="20577"/>
          <ac:spMkLst>
            <pc:docMk/>
            <pc:sldMk cId="2772501912" sldId="279"/>
            <ac:spMk id="2" creationId="{B64CF172-D2AF-03D8-F919-AA7827A0D969}"/>
          </ac:spMkLst>
        </pc:spChg>
        <pc:picChg chg="add del mod">
          <ac:chgData name="Aman Shrivastava" userId="S::ashrivastava@edunetfoundation.org::c21995ab-fa37-4cde-b5a3-dec0fb9e9a10" providerId="AD" clId="Web-{746EE066-C99A-1548-0111-A8297267F854}" dt="2026-06-19T07:32:58.705" v="269"/>
          <ac:picMkLst>
            <pc:docMk/>
            <pc:sldMk cId="2772501912" sldId="279"/>
            <ac:picMk id="3" creationId="{79117BD4-0548-0DB9-01AC-F1ABEE4D9968}"/>
          </ac:picMkLst>
        </pc:picChg>
        <pc:picChg chg="del">
          <ac:chgData name="Aman Shrivastava" userId="S::ashrivastava@edunetfoundation.org::c21995ab-fa37-4cde-b5a3-dec0fb9e9a10" providerId="AD" clId="Web-{746EE066-C99A-1548-0111-A8297267F854}" dt="2026-06-19T07:19:15.793" v="165"/>
          <ac:picMkLst>
            <pc:docMk/>
            <pc:sldMk cId="2772501912" sldId="279"/>
            <ac:picMk id="4" creationId="{C597681A-DF93-B190-DD21-CBAEDA4E3CBF}"/>
          </ac:picMkLst>
        </pc:picChg>
        <pc:picChg chg="add mod">
          <ac:chgData name="Aman Shrivastava" userId="S::ashrivastava@edunetfoundation.org::c21995ab-fa37-4cde-b5a3-dec0fb9e9a10" providerId="AD" clId="Web-{746EE066-C99A-1548-0111-A8297267F854}" dt="2026-06-19T07:36:01.988" v="320" actId="1076"/>
          <ac:picMkLst>
            <pc:docMk/>
            <pc:sldMk cId="2772501912" sldId="279"/>
            <ac:picMk id="7" creationId="{F01777E0-76AB-ED0C-E315-B3012BB646F6}"/>
          </ac:picMkLst>
        </pc:picChg>
        <pc:cxnChg chg="add del mod">
          <ac:chgData name="Aman Shrivastava" userId="S::ashrivastava@edunetfoundation.org::c21995ab-fa37-4cde-b5a3-dec0fb9e9a10" providerId="AD" clId="Web-{746EE066-C99A-1548-0111-A8297267F854}" dt="2026-06-19T07:32:05.971" v="259"/>
          <ac:cxnSpMkLst>
            <pc:docMk/>
            <pc:sldMk cId="2772501912" sldId="279"/>
            <ac:cxnSpMk id="5" creationId="{2F76792C-E715-0AA1-E7F1-F73DA02002C6}"/>
          </ac:cxnSpMkLst>
        </pc:cxnChg>
        <pc:cxnChg chg="add del">
          <ac:chgData name="Aman Shrivastava" userId="S::ashrivastava@edunetfoundation.org::c21995ab-fa37-4cde-b5a3-dec0fb9e9a10" providerId="AD" clId="Web-{746EE066-C99A-1548-0111-A8297267F854}" dt="2026-06-19T07:33:03.284" v="270"/>
          <ac:cxnSpMkLst>
            <pc:docMk/>
            <pc:sldMk cId="2772501912" sldId="279"/>
            <ac:cxnSpMk id="6" creationId="{2F76792C-E715-0AA1-E7F1-F73DA02002C6}"/>
          </ac:cxnSpMkLst>
        </pc:cxnChg>
      </pc:sldChg>
      <pc:sldChg chg="del">
        <pc:chgData name="Aman Shrivastava" userId="S::ashrivastava@edunetfoundation.org::c21995ab-fa37-4cde-b5a3-dec0fb9e9a10" providerId="AD" clId="Web-{746EE066-C99A-1548-0111-A8297267F854}" dt="2026-06-19T07:18:26.543" v="112"/>
        <pc:sldMkLst>
          <pc:docMk/>
          <pc:sldMk cId="328526394" sldId="281"/>
        </pc:sldMkLst>
      </pc:sldChg>
      <pc:sldChg chg="modSp">
        <pc:chgData name="Aman Shrivastava" userId="S::ashrivastava@edunetfoundation.org::c21995ab-fa37-4cde-b5a3-dec0fb9e9a10" providerId="AD" clId="Web-{746EE066-C99A-1548-0111-A8297267F854}" dt="2026-06-19T08:03:40.452" v="526" actId="20577"/>
        <pc:sldMkLst>
          <pc:docMk/>
          <pc:sldMk cId="2952584201" sldId="282"/>
        </pc:sldMkLst>
        <pc:spChg chg="mod">
          <ac:chgData name="Aman Shrivastava" userId="S::ashrivastava@edunetfoundation.org::c21995ab-fa37-4cde-b5a3-dec0fb9e9a10" providerId="AD" clId="Web-{746EE066-C99A-1548-0111-A8297267F854}" dt="2026-06-19T08:03:40.452" v="526" actId="20577"/>
          <ac:spMkLst>
            <pc:docMk/>
            <pc:sldMk cId="2952584201" sldId="282"/>
            <ac:spMk id="2" creationId="{C6F6745E-14BA-0766-CE1E-32E29663832D}"/>
          </ac:spMkLst>
        </pc:spChg>
      </pc:sldChg>
      <pc:sldChg chg="modSp">
        <pc:chgData name="Aman Shrivastava" userId="S::ashrivastava@edunetfoundation.org::c21995ab-fa37-4cde-b5a3-dec0fb9e9a10" providerId="AD" clId="Web-{746EE066-C99A-1548-0111-A8297267F854}" dt="2026-06-19T07:42:25.459" v="363" actId="20577"/>
        <pc:sldMkLst>
          <pc:docMk/>
          <pc:sldMk cId="957564641" sldId="283"/>
        </pc:sldMkLst>
        <pc:spChg chg="mod">
          <ac:chgData name="Aman Shrivastava" userId="S::ashrivastava@edunetfoundation.org::c21995ab-fa37-4cde-b5a3-dec0fb9e9a10" providerId="AD" clId="Web-{746EE066-C99A-1548-0111-A8297267F854}" dt="2026-06-19T07:42:25.459" v="363" actId="20577"/>
          <ac:spMkLst>
            <pc:docMk/>
            <pc:sldMk cId="957564641" sldId="283"/>
            <ac:spMk id="3" creationId="{FFAB85A1-2169-FF43-3E91-E2E8ADA742FF}"/>
          </ac:spMkLst>
        </pc:spChg>
      </pc:sldChg>
      <pc:sldChg chg="modSp">
        <pc:chgData name="Aman Shrivastava" userId="S::ashrivastava@edunetfoundation.org::c21995ab-fa37-4cde-b5a3-dec0fb9e9a10" providerId="AD" clId="Web-{746EE066-C99A-1548-0111-A8297267F854}" dt="2026-06-19T07:58:34.403" v="519" actId="20577"/>
        <pc:sldMkLst>
          <pc:docMk/>
          <pc:sldMk cId="2290294991" sldId="285"/>
        </pc:sldMkLst>
        <pc:spChg chg="mod">
          <ac:chgData name="Aman Shrivastava" userId="S::ashrivastava@edunetfoundation.org::c21995ab-fa37-4cde-b5a3-dec0fb9e9a10" providerId="AD" clId="Web-{746EE066-C99A-1548-0111-A8297267F854}" dt="2026-06-19T07:58:34.403" v="519" actId="20577"/>
          <ac:spMkLst>
            <pc:docMk/>
            <pc:sldMk cId="2290294991" sldId="285"/>
            <ac:spMk id="2" creationId="{4A1BF701-ABCA-4DF0-8330-B6AF71EF8E39}"/>
          </ac:spMkLst>
        </pc:spChg>
      </pc:sldChg>
      <pc:sldChg chg="modSp">
        <pc:chgData name="Aman Shrivastava" userId="S::ashrivastava@edunetfoundation.org::c21995ab-fa37-4cde-b5a3-dec0fb9e9a10" providerId="AD" clId="Web-{746EE066-C99A-1548-0111-A8297267F854}" dt="2026-06-19T07:53:29.651" v="418" actId="20577"/>
        <pc:sldMkLst>
          <pc:docMk/>
          <pc:sldMk cId="917964102" sldId="286"/>
        </pc:sldMkLst>
        <pc:spChg chg="mod">
          <ac:chgData name="Aman Shrivastava" userId="S::ashrivastava@edunetfoundation.org::c21995ab-fa37-4cde-b5a3-dec0fb9e9a10" providerId="AD" clId="Web-{746EE066-C99A-1548-0111-A8297267F854}" dt="2026-06-19T07:53:29.651" v="418" actId="20577"/>
          <ac:spMkLst>
            <pc:docMk/>
            <pc:sldMk cId="917964102" sldId="286"/>
            <ac:spMk id="3" creationId="{ED65F54F-855A-0DB6-09A6-3212C5F7405B}"/>
          </ac:spMkLst>
        </pc:spChg>
      </pc:sldChg>
      <pc:sldChg chg="modSp">
        <pc:chgData name="Aman Shrivastava" userId="S::ashrivastava@edunetfoundation.org::c21995ab-fa37-4cde-b5a3-dec0fb9e9a10" providerId="AD" clId="Web-{746EE066-C99A-1548-0111-A8297267F854}" dt="2026-06-19T07:55:01.918" v="483" actId="20577"/>
        <pc:sldMkLst>
          <pc:docMk/>
          <pc:sldMk cId="2605851928" sldId="287"/>
        </pc:sldMkLst>
        <pc:spChg chg="mod">
          <ac:chgData name="Aman Shrivastava" userId="S::ashrivastava@edunetfoundation.org::c21995ab-fa37-4cde-b5a3-dec0fb9e9a10" providerId="AD" clId="Web-{746EE066-C99A-1548-0111-A8297267F854}" dt="2026-06-19T07:55:01.918" v="483" actId="20577"/>
          <ac:spMkLst>
            <pc:docMk/>
            <pc:sldMk cId="2605851928" sldId="287"/>
            <ac:spMk id="279" creationId="{3711AF54-94A6-B837-31EF-9A8C4ECB9AF6}"/>
          </ac:spMkLst>
        </pc:spChg>
      </pc:sldChg>
      <pc:sldChg chg="addSp delSp">
        <pc:chgData name="Aman Shrivastava" userId="S::ashrivastava@edunetfoundation.org::c21995ab-fa37-4cde-b5a3-dec0fb9e9a10" providerId="AD" clId="Web-{746EE066-C99A-1548-0111-A8297267F854}" dt="2026-06-19T07:38:48.895" v="324"/>
        <pc:sldMkLst>
          <pc:docMk/>
          <pc:sldMk cId="1229047658" sldId="288"/>
        </pc:sldMkLst>
        <pc:inkChg chg="add">
          <ac:chgData name="Aman Shrivastava" userId="S::ashrivastava@edunetfoundation.org::c21995ab-fa37-4cde-b5a3-dec0fb9e9a10" providerId="AD" clId="Web-{746EE066-C99A-1548-0111-A8297267F854}" dt="2026-06-19T07:38:15.801" v="321"/>
          <ac:inkMkLst>
            <pc:docMk/>
            <pc:sldMk cId="1229047658" sldId="288"/>
            <ac:inkMk id="2" creationId="{1C488599-1CDB-6479-4ED5-FDEEC38049D9}"/>
          </ac:inkMkLst>
        </pc:inkChg>
        <pc:inkChg chg="add">
          <ac:chgData name="Aman Shrivastava" userId="S::ashrivastava@edunetfoundation.org::c21995ab-fa37-4cde-b5a3-dec0fb9e9a10" providerId="AD" clId="Web-{746EE066-C99A-1548-0111-A8297267F854}" dt="2026-06-19T07:38:31.551" v="322"/>
          <ac:inkMkLst>
            <pc:docMk/>
            <pc:sldMk cId="1229047658" sldId="288"/>
            <ac:inkMk id="5" creationId="{66AD5D31-EDA5-2C50-7CE9-7D1E60A89F54}"/>
          </ac:inkMkLst>
        </pc:inkChg>
        <pc:inkChg chg="add del">
          <ac:chgData name="Aman Shrivastava" userId="S::ashrivastava@edunetfoundation.org::c21995ab-fa37-4cde-b5a3-dec0fb9e9a10" providerId="AD" clId="Web-{746EE066-C99A-1548-0111-A8297267F854}" dt="2026-06-19T07:38:48.895" v="324"/>
          <ac:inkMkLst>
            <pc:docMk/>
            <pc:sldMk cId="1229047658" sldId="288"/>
            <ac:inkMk id="7" creationId="{7F720136-8264-3711-415B-4DAA8F04611B}"/>
          </ac:inkMkLst>
        </pc:inkChg>
      </pc:sldChg>
      <pc:sldChg chg="addSp delSp modSp add replId">
        <pc:chgData name="Aman Shrivastava" userId="S::ashrivastava@edunetfoundation.org::c21995ab-fa37-4cde-b5a3-dec0fb9e9a10" providerId="AD" clId="Web-{746EE066-C99A-1548-0111-A8297267F854}" dt="2026-06-19T07:33:46.206" v="278"/>
        <pc:sldMkLst>
          <pc:docMk/>
          <pc:sldMk cId="3866656692" sldId="290"/>
        </pc:sldMkLst>
        <pc:spChg chg="mod">
          <ac:chgData name="Aman Shrivastava" userId="S::ashrivastava@edunetfoundation.org::c21995ab-fa37-4cde-b5a3-dec0fb9e9a10" providerId="AD" clId="Web-{746EE066-C99A-1548-0111-A8297267F854}" dt="2026-06-19T07:19:28.309" v="172" actId="20577"/>
          <ac:spMkLst>
            <pc:docMk/>
            <pc:sldMk cId="3866656692" sldId="290"/>
            <ac:spMk id="2" creationId="{56959763-B5B5-22E5-733E-B3F05D391F6B}"/>
          </ac:spMkLst>
        </pc:spChg>
        <pc:picChg chg="add del mod">
          <ac:chgData name="Aman Shrivastava" userId="S::ashrivastava@edunetfoundation.org::c21995ab-fa37-4cde-b5a3-dec0fb9e9a10" providerId="AD" clId="Web-{746EE066-C99A-1548-0111-A8297267F854}" dt="2026-06-19T07:26:46.328" v="200"/>
          <ac:picMkLst>
            <pc:docMk/>
            <pc:sldMk cId="3866656692" sldId="290"/>
            <ac:picMk id="3" creationId="{57175034-B6A1-15A8-3183-F42A7C1A2011}"/>
          </ac:picMkLst>
        </pc:picChg>
        <pc:picChg chg="add del mod">
          <ac:chgData name="Aman Shrivastava" userId="S::ashrivastava@edunetfoundation.org::c21995ab-fa37-4cde-b5a3-dec0fb9e9a10" providerId="AD" clId="Web-{746EE066-C99A-1548-0111-A8297267F854}" dt="2026-06-19T07:26:52.531" v="203"/>
          <ac:picMkLst>
            <pc:docMk/>
            <pc:sldMk cId="3866656692" sldId="290"/>
            <ac:picMk id="4" creationId="{88FDA170-C204-E466-68CA-5EF27419C8F8}"/>
          </ac:picMkLst>
        </pc:picChg>
        <pc:picChg chg="add del mod">
          <ac:chgData name="Aman Shrivastava" userId="S::ashrivastava@edunetfoundation.org::c21995ab-fa37-4cde-b5a3-dec0fb9e9a10" providerId="AD" clId="Web-{746EE066-C99A-1548-0111-A8297267F854}" dt="2026-06-19T07:26:54.750" v="204"/>
          <ac:picMkLst>
            <pc:docMk/>
            <pc:sldMk cId="3866656692" sldId="290"/>
            <ac:picMk id="5" creationId="{5EF90F00-13FA-4999-B1A1-5C7D773D5635}"/>
          </ac:picMkLst>
        </pc:picChg>
        <pc:picChg chg="add del mod modCrop">
          <ac:chgData name="Aman Shrivastava" userId="S::ashrivastava@edunetfoundation.org::c21995ab-fa37-4cde-b5a3-dec0fb9e9a10" providerId="AD" clId="Web-{746EE066-C99A-1548-0111-A8297267F854}" dt="2026-06-19T07:26:48.687" v="201"/>
          <ac:picMkLst>
            <pc:docMk/>
            <pc:sldMk cId="3866656692" sldId="290"/>
            <ac:picMk id="6" creationId="{AF4B55A8-453F-B2BE-8B74-486ADC76A1C9}"/>
          </ac:picMkLst>
        </pc:picChg>
        <pc:picChg chg="add del mod">
          <ac:chgData name="Aman Shrivastava" userId="S::ashrivastava@edunetfoundation.org::c21995ab-fa37-4cde-b5a3-dec0fb9e9a10" providerId="AD" clId="Web-{746EE066-C99A-1548-0111-A8297267F854}" dt="2026-06-19T07:26:50.875" v="202"/>
          <ac:picMkLst>
            <pc:docMk/>
            <pc:sldMk cId="3866656692" sldId="290"/>
            <ac:picMk id="7" creationId="{3744CDFC-4A35-5194-35E5-555A49DA6AFF}"/>
          </ac:picMkLst>
        </pc:picChg>
        <pc:picChg chg="add del mod">
          <ac:chgData name="Aman Shrivastava" userId="S::ashrivastava@edunetfoundation.org::c21995ab-fa37-4cde-b5a3-dec0fb9e9a10" providerId="AD" clId="Web-{746EE066-C99A-1548-0111-A8297267F854}" dt="2026-06-19T07:33:42.299" v="276"/>
          <ac:picMkLst>
            <pc:docMk/>
            <pc:sldMk cId="3866656692" sldId="290"/>
            <ac:picMk id="8" creationId="{1D7BDF8E-98CB-F515-3FB0-97BF87E2A172}"/>
          </ac:picMkLst>
        </pc:picChg>
        <pc:picChg chg="add mod">
          <ac:chgData name="Aman Shrivastava" userId="S::ashrivastava@edunetfoundation.org::c21995ab-fa37-4cde-b5a3-dec0fb9e9a10" providerId="AD" clId="Web-{746EE066-C99A-1548-0111-A8297267F854}" dt="2026-06-19T07:33:46.206" v="278"/>
          <ac:picMkLst>
            <pc:docMk/>
            <pc:sldMk cId="3866656692" sldId="290"/>
            <ac:picMk id="10" creationId="{B5FE8DA2-14B6-FAE6-9EC0-7C2A1A404708}"/>
          </ac:picMkLst>
        </pc:picChg>
        <pc:cxnChg chg="add del mod">
          <ac:chgData name="Aman Shrivastava" userId="S::ashrivastava@edunetfoundation.org::c21995ab-fa37-4cde-b5a3-dec0fb9e9a10" providerId="AD" clId="Web-{746EE066-C99A-1548-0111-A8297267F854}" dt="2026-06-19T07:33:44.659" v="277"/>
          <ac:cxnSpMkLst>
            <pc:docMk/>
            <pc:sldMk cId="3866656692" sldId="290"/>
            <ac:cxnSpMk id="9" creationId="{5DAE5A21-F630-F6FC-1F85-91AA77C9272E}"/>
          </ac:cxnSpMkLst>
        </pc:cxnChg>
      </pc:sldChg>
      <pc:sldChg chg="addSp delSp modSp new">
        <pc:chgData name="Aman Shrivastava" userId="S::ashrivastava@edunetfoundation.org::c21995ab-fa37-4cde-b5a3-dec0fb9e9a10" providerId="AD" clId="Web-{746EE066-C99A-1548-0111-A8297267F854}" dt="2026-06-19T07:34:16.112" v="284" actId="1076"/>
        <pc:sldMkLst>
          <pc:docMk/>
          <pc:sldMk cId="3021295847" sldId="291"/>
        </pc:sldMkLst>
        <pc:spChg chg="del">
          <ac:chgData name="Aman Shrivastava" userId="S::ashrivastava@edunetfoundation.org::c21995ab-fa37-4cde-b5a3-dec0fb9e9a10" providerId="AD" clId="Web-{746EE066-C99A-1548-0111-A8297267F854}" dt="2026-06-19T07:27:33.422" v="209"/>
          <ac:spMkLst>
            <pc:docMk/>
            <pc:sldMk cId="3021295847" sldId="291"/>
            <ac:spMk id="2" creationId="{AC487865-4ED2-A9E1-B6CF-FF55EAC68B83}"/>
          </ac:spMkLst>
        </pc:spChg>
        <pc:spChg chg="del">
          <ac:chgData name="Aman Shrivastava" userId="S::ashrivastava@edunetfoundation.org::c21995ab-fa37-4cde-b5a3-dec0fb9e9a10" providerId="AD" clId="Web-{746EE066-C99A-1548-0111-A8297267F854}" dt="2026-06-19T07:27:37.781" v="210"/>
          <ac:spMkLst>
            <pc:docMk/>
            <pc:sldMk cId="3021295847" sldId="291"/>
            <ac:spMk id="3" creationId="{5320F0C5-E21A-E7A2-3435-821A6319CFF4}"/>
          </ac:spMkLst>
        </pc:spChg>
        <pc:spChg chg="add mod">
          <ac:chgData name="Aman Shrivastava" userId="S::ashrivastava@edunetfoundation.org::c21995ab-fa37-4cde-b5a3-dec0fb9e9a10" providerId="AD" clId="Web-{746EE066-C99A-1548-0111-A8297267F854}" dt="2026-06-19T07:28:14.391" v="219" actId="14100"/>
          <ac:spMkLst>
            <pc:docMk/>
            <pc:sldMk cId="3021295847" sldId="291"/>
            <ac:spMk id="5" creationId="{C2DC2F13-C09F-1D50-6289-15F22A1D77FA}"/>
          </ac:spMkLst>
        </pc:spChg>
        <pc:picChg chg="add del mod">
          <ac:chgData name="Aman Shrivastava" userId="S::ashrivastava@edunetfoundation.org::c21995ab-fa37-4cde-b5a3-dec0fb9e9a10" providerId="AD" clId="Web-{746EE066-C99A-1548-0111-A8297267F854}" dt="2026-06-19T07:34:03.159" v="280"/>
          <ac:picMkLst>
            <pc:docMk/>
            <pc:sldMk cId="3021295847" sldId="291"/>
            <ac:picMk id="4" creationId="{252787A1-10C2-A588-10C2-90649505C266}"/>
          </ac:picMkLst>
        </pc:picChg>
        <pc:picChg chg="add mod">
          <ac:chgData name="Aman Shrivastava" userId="S::ashrivastava@edunetfoundation.org::c21995ab-fa37-4cde-b5a3-dec0fb9e9a10" providerId="AD" clId="Web-{746EE066-C99A-1548-0111-A8297267F854}" dt="2026-06-19T07:34:16.112" v="284" actId="1076"/>
          <ac:picMkLst>
            <pc:docMk/>
            <pc:sldMk cId="3021295847" sldId="291"/>
            <ac:picMk id="7" creationId="{85DF99AC-D1C6-EA9C-D42E-6073C09D0166}"/>
          </ac:picMkLst>
        </pc:picChg>
        <pc:cxnChg chg="add del mod">
          <ac:chgData name="Aman Shrivastava" userId="S::ashrivastava@edunetfoundation.org::c21995ab-fa37-4cde-b5a3-dec0fb9e9a10" providerId="AD" clId="Web-{746EE066-C99A-1548-0111-A8297267F854}" dt="2026-06-19T07:34:02.065" v="279"/>
          <ac:cxnSpMkLst>
            <pc:docMk/>
            <pc:sldMk cId="3021295847" sldId="291"/>
            <ac:cxnSpMk id="6" creationId="{2E4A501D-ECD5-654A-2164-DD0D463700D1}"/>
          </ac:cxnSpMkLst>
        </pc:cxn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del mod modCrop">
          <ac:chgData name="Aman Shrivastava" userId="S::ashrivastava@edunetfoundation.org::c21995ab-fa37-4cde-b5a3-dec0fb9e9a10" providerId="AD" clId="Web-{A6B9108B-7598-1D50-C4AA-8A38026DAEEF}" dt="2026-06-19T06:54:02.042" v="9"/>
          <ac:picMkLst>
            <pc:docMk/>
            <pc:sldMk cId="1229047658" sldId="288"/>
            <ac:picMk id="2" creationId="{312DEFF6-ACAE-A6F4-F0D7-56CA25E41FDC}"/>
          </ac:picMkLst>
        </pc:picChg>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picChg chg="del">
          <ac:chgData name="Aman Shrivastava" userId="S::ashrivastava@edunetfoundation.org::c21995ab-fa37-4cde-b5a3-dec0fb9e9a10" providerId="AD" clId="Web-{A6B9108B-7598-1D50-C4AA-8A38026DAEEF}" dt="2026-06-19T06:32:41.914" v="0"/>
          <ac:picMkLst>
            <pc:docMk/>
            <pc:sldMk cId="1229047658" sldId="288"/>
            <ac:picMk id="4" creationId="{AD88C341-1F2F-9B6F-593F-2917E7E23DCB}"/>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picChg chg="add del mod">
          <ac:chgData name="Aman Shrivastava" userId="S::ashrivastava@edunetfoundation.org::c21995ab-fa37-4cde-b5a3-dec0fb9e9a10" providerId="AD" clId="Web-{A6B9108B-7598-1D50-C4AA-8A38026DAEEF}" dt="2026-06-19T06:53:17.010" v="3"/>
          <ac:picMkLst>
            <pc:docMk/>
            <pc:sldMk cId="2506610743" sldId="289"/>
            <ac:picMk id="2" creationId="{6F3459A2-8BCD-A155-86B4-203A4A7FFE51}"/>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18318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2E7D495E-1B33-E88F-809C-FE6CC9648DAE}"/>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20E548EB-6762-545E-0600-39DD6E5C12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4FA26428-20F0-3BE7-11FA-9EC489D798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3989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7F8AEDD-36A8-17DF-E307-E3FCC9D133E0}"/>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225A2999-641B-02F1-7448-77E1B27735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A574ADE-6F58-593B-AA0D-3CC04A315D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1939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52686002-A4E9-C753-39E1-203B782DDE4A}"/>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6CED625-EECD-7F2D-0C85-818CE3C9CB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223B7FE-39F3-F20C-8384-0BA42CDFF2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11522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Vinayaga2605/IBM-Machine-Learning-Projec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7" Type="http://schemas.openxmlformats.org/officeDocument/2006/relationships/image" Target="../media/image8.jp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0.png"/></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Machine Learning with IBM Cloud”</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995763031"/>
              </p:ext>
            </p:extLst>
          </p:nvPr>
        </p:nvGraphicFramePr>
        <p:xfrm>
          <a:off x="1206162" y="2624372"/>
          <a:ext cx="9394989" cy="2863373"/>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017988">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845385">
                <a:tc>
                  <a:txBody>
                    <a:bodyPr/>
                    <a:lstStyle/>
                    <a:p>
                      <a:pPr marL="0" marR="0" lvl="0" indent="0" algn="l" rtl="0">
                        <a:spcBef>
                          <a:spcPts val="0"/>
                        </a:spcBef>
                        <a:spcAft>
                          <a:spcPts val="0"/>
                        </a:spcAft>
                        <a:buNone/>
                      </a:pPr>
                      <a:endParaRPr lang="en-IN" sz="2000" dirty="0"/>
                    </a:p>
                    <a:p>
                      <a:pPr marL="0" marR="0" lvl="0" indent="0" algn="l" rtl="0">
                        <a:spcBef>
                          <a:spcPts val="0"/>
                        </a:spcBef>
                        <a:spcAft>
                          <a:spcPts val="0"/>
                        </a:spcAft>
                        <a:buNone/>
                      </a:pPr>
                      <a:r>
                        <a:rPr lang="en-IN" sz="2000" dirty="0"/>
                        <a:t>Vinayaga Sundari P</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2000" dirty="0"/>
                    </a:p>
                    <a:p>
                      <a:pPr marL="0" marR="0" lvl="0" indent="0" algn="l" rtl="0">
                        <a:spcBef>
                          <a:spcPts val="0"/>
                        </a:spcBef>
                        <a:spcAft>
                          <a:spcPts val="0"/>
                        </a:spcAft>
                        <a:buNone/>
                      </a:pPr>
                      <a:r>
                        <a:rPr lang="en-IN" sz="2000" dirty="0"/>
                        <a:t>vinayagasundari26@gmail.com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    </a:t>
                      </a:r>
                    </a:p>
                    <a:p>
                      <a:pPr marL="0" marR="0" lvl="0" indent="0" algn="l" rtl="0">
                        <a:spcBef>
                          <a:spcPts val="0"/>
                        </a:spcBef>
                        <a:spcAft>
                          <a:spcPts val="0"/>
                        </a:spcAft>
                        <a:buNone/>
                      </a:pPr>
                      <a:r>
                        <a:rPr lang="en-IN" sz="2000" dirty="0"/>
                        <a:t>      9360223945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a:t>
            </a:r>
            <a:r>
              <a:rPr lang="en-US" sz="2400" b="1" dirty="0"/>
              <a:t>– </a:t>
            </a:r>
            <a:r>
              <a:rPr lang="en-IN" sz="2400" dirty="0"/>
              <a:t>Rural Development / Infrastructure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10498158" cy="892552"/>
          </a:xfrm>
          <a:prstGeom prst="rect">
            <a:avLst/>
          </a:prstGeom>
          <a:noFill/>
        </p:spPr>
        <p:txBody>
          <a:bodyPr wrap="square" rtlCol="0">
            <a:spAutoFit/>
          </a:bodyPr>
          <a:lstStyle/>
          <a:p>
            <a:r>
              <a:rPr lang="en-US" sz="2800" b="1" dirty="0"/>
              <a:t>Project Tile – </a:t>
            </a:r>
            <a:r>
              <a:rPr lang="en-IN" sz="2400" dirty="0"/>
              <a:t>Rural Infrastructure Project Classification Using Machine Learning</a:t>
            </a:r>
            <a:endParaRPr lang="en-IN" sz="2400" b="1" dirty="0"/>
          </a:p>
        </p:txBody>
      </p:sp>
      <p:pic>
        <p:nvPicPr>
          <p:cNvPr id="5" name="Picture 4">
            <a:extLst>
              <a:ext uri="{FF2B5EF4-FFF2-40B4-BE49-F238E27FC236}">
                <a16:creationId xmlns:a16="http://schemas.microsoft.com/office/drawing/2014/main" id="{C7402025-5D3A-0C9A-0F31-E2C88DBC8CCE}"/>
              </a:ext>
            </a:extLst>
          </p:cNvPr>
          <p:cNvPicPr>
            <a:picLocks noChangeAspect="1"/>
          </p:cNvPicPr>
          <p:nvPr/>
        </p:nvPicPr>
        <p:blipFill>
          <a:blip r:embed="rId3"/>
          <a:srcRect t="5114"/>
          <a:stretch>
            <a:fillRect/>
          </a:stretch>
        </p:blipFill>
        <p:spPr>
          <a:xfrm>
            <a:off x="3581400" y="3727756"/>
            <a:ext cx="1737360" cy="16459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7806" y="741869"/>
            <a:ext cx="11176388" cy="5847755"/>
          </a:xfrm>
          <a:prstGeom prst="rect">
            <a:avLst/>
          </a:prstGeom>
          <a:noFill/>
        </p:spPr>
        <p:txBody>
          <a:bodyPr wrap="square" lIns="91440" tIns="45720" rIns="91440" bIns="45720" rtlCol="0" anchor="t">
            <a:spAutoFit/>
          </a:bodyPr>
          <a:lstStyle/>
          <a:p>
            <a:pPr algn="just" fontAlgn="base"/>
            <a:r>
              <a:rPr lang="en-US" sz="2400" b="1" dirty="0"/>
              <a:t>Problem Statement: </a:t>
            </a:r>
            <a:r>
              <a:rPr lang="en-IN" sz="2400" b="1" dirty="0"/>
              <a:t>Rural Infrastructure Project Classification Using Machine Learning</a:t>
            </a:r>
          </a:p>
          <a:p>
            <a:pPr algn="just" fontAlgn="base"/>
            <a:endParaRPr lang="en-IN" sz="2400" b="1" dirty="0"/>
          </a:p>
          <a:p>
            <a:pPr algn="just"/>
            <a:r>
              <a:rPr lang="en-US" sz="2400" b="1" dirty="0"/>
              <a:t>              </a:t>
            </a:r>
            <a:r>
              <a:rPr lang="en-IN" sz="2400" dirty="0"/>
              <a:t>Rural infrastructure development plays a vital role in improving transportation, education, healthcare, and economic growth. Government projects are implemented under different PMGSY (Pradhan Mantri Gram Sadak Yojana) schemes based on project characteristics. Manually classifying these infrastructure projects is time-consuming and prone to </a:t>
            </a:r>
            <a:r>
              <a:rPr lang="en-IN" sz="2400" dirty="0" err="1"/>
              <a:t>errors.This</a:t>
            </a:r>
            <a:r>
              <a:rPr lang="en-IN" sz="2400" dirty="0"/>
              <a:t> project aims to develop a Machine Learning model that automatically classifies rural infrastructure projects into the appropriate PMGSY category using historical project data. The solution helps improve decision-making, reduces manual effort, and supports efficient project management.</a:t>
            </a:r>
          </a:p>
          <a:p>
            <a:r>
              <a:rPr lang="en-IN" sz="2400" b="1" dirty="0"/>
              <a:t>Dataset link :                                         </a:t>
            </a:r>
            <a:r>
              <a:rPr lang="en-IN" sz="2400" dirty="0">
                <a:solidFill>
                  <a:srgbClr val="0070C0"/>
                </a:solidFill>
              </a:rPr>
              <a:t>https://aikosh.indiaai.gov.in/web/datasets/details/pradhan_mantri_gram_sadak_y ojna_pmgsy.html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21474" y="111969"/>
            <a:ext cx="7214616" cy="523220"/>
          </a:xfrm>
          <a:prstGeom prst="rect">
            <a:avLst/>
          </a:prstGeom>
          <a:noFill/>
        </p:spPr>
        <p:txBody>
          <a:bodyPr wrap="square" rtlCol="0">
            <a:spAutoFit/>
          </a:bodyPr>
          <a:lstStyle/>
          <a:p>
            <a:r>
              <a:rPr lang="en-US" sz="28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52" y="1151192"/>
            <a:ext cx="11131336" cy="5009833"/>
          </a:xfrm>
          <a:prstGeom prst="rect">
            <a:avLst/>
          </a:prstGeom>
          <a:noFill/>
        </p:spPr>
        <p:txBody>
          <a:bodyPr wrap="square" lIns="91440" tIns="45720" rIns="91440" bIns="45720" rtlCol="0" anchor="t">
            <a:spAutoFit/>
          </a:bodyPr>
          <a:lstStyle/>
          <a:p>
            <a:r>
              <a:rPr lang="en-IN" sz="2400" dirty="0"/>
              <a:t>This project uses IBM watsonx.ai Studio </a:t>
            </a:r>
            <a:r>
              <a:rPr lang="en-IN" sz="2400" dirty="0" err="1"/>
              <a:t>AutoAI</a:t>
            </a:r>
            <a:r>
              <a:rPr lang="en-IN" sz="2400" dirty="0"/>
              <a:t> to automate the classification of rural infrastructure projects.</a:t>
            </a:r>
          </a:p>
          <a:p>
            <a:endParaRPr lang="en-IN" sz="2400" dirty="0"/>
          </a:p>
          <a:p>
            <a:r>
              <a:rPr lang="en-IN" sz="2400" b="1" dirty="0"/>
              <a:t>The solution performs:</a:t>
            </a:r>
          </a:p>
          <a:p>
            <a:pPr marL="342900" indent="-342900">
              <a:buFont typeface="Arial" panose="020B0604020202020204" pitchFamily="34" charset="0"/>
              <a:buChar char="•"/>
            </a:pPr>
            <a:r>
              <a:rPr lang="en-IN" sz="2400" dirty="0"/>
              <a:t>Data preprocessing </a:t>
            </a:r>
          </a:p>
          <a:p>
            <a:pPr marL="342900" indent="-342900">
              <a:buFont typeface="Arial" panose="020B0604020202020204" pitchFamily="34" charset="0"/>
              <a:buChar char="•"/>
            </a:pPr>
            <a:r>
              <a:rPr lang="en-IN" sz="2400" dirty="0"/>
              <a:t>Automatic feature engineering </a:t>
            </a:r>
          </a:p>
          <a:p>
            <a:pPr marL="342900" indent="-342900">
              <a:buFont typeface="Arial" panose="020B0604020202020204" pitchFamily="34" charset="0"/>
              <a:buChar char="•"/>
            </a:pPr>
            <a:r>
              <a:rPr lang="en-IN" sz="2400" dirty="0"/>
              <a:t>Machine Learning model selection </a:t>
            </a:r>
          </a:p>
          <a:p>
            <a:pPr marL="342900" indent="-342900">
              <a:buFont typeface="Arial" panose="020B0604020202020204" pitchFamily="34" charset="0"/>
              <a:buChar char="•"/>
            </a:pPr>
            <a:r>
              <a:rPr lang="en-IN" sz="2400" dirty="0"/>
              <a:t>Hyperparameter optimization </a:t>
            </a:r>
          </a:p>
          <a:p>
            <a:pPr marL="342900" indent="-342900">
              <a:buFont typeface="Arial" panose="020B0604020202020204" pitchFamily="34" charset="0"/>
              <a:buChar char="•"/>
            </a:pPr>
            <a:r>
              <a:rPr lang="en-IN" sz="2400" dirty="0"/>
              <a:t>Model evaluation </a:t>
            </a:r>
          </a:p>
          <a:p>
            <a:endParaRPr lang="en-IN" sz="2400" dirty="0"/>
          </a:p>
          <a:p>
            <a:r>
              <a:rPr lang="en-IN" sz="2400" dirty="0"/>
              <a:t>       The trained model predicts the correct PMGSY project category with high accuracy, enabling faster and more reliable classification.</a:t>
            </a:r>
          </a:p>
          <a:p>
            <a:pPr>
              <a:lnSpc>
                <a:spcPct val="150000"/>
              </a:lnSpc>
            </a:pPr>
            <a:r>
              <a:rPr lang="en-US" sz="2400" dirty="0"/>
              <a:t> </a:t>
            </a:r>
          </a:p>
        </p:txBody>
      </p:sp>
      <p:sp>
        <p:nvSpPr>
          <p:cNvPr id="3" name="TextBox 2">
            <a:extLst>
              <a:ext uri="{FF2B5EF4-FFF2-40B4-BE49-F238E27FC236}">
                <a16:creationId xmlns:a16="http://schemas.microsoft.com/office/drawing/2014/main" id="{527F30CC-07EF-8FCC-DA00-C9212F5DAECE}"/>
              </a:ext>
            </a:extLst>
          </p:cNvPr>
          <p:cNvSpPr txBox="1"/>
          <p:nvPr/>
        </p:nvSpPr>
        <p:spPr>
          <a:xfrm>
            <a:off x="249978" y="320195"/>
            <a:ext cx="11265742" cy="892552"/>
          </a:xfrm>
          <a:prstGeom prst="rect">
            <a:avLst/>
          </a:prstGeom>
          <a:noFill/>
        </p:spPr>
        <p:txBody>
          <a:bodyPr wrap="square" rtlCol="0">
            <a:spAutoFit/>
          </a:bodyPr>
          <a:lstStyle/>
          <a:p>
            <a:r>
              <a:rPr lang="en-US" sz="2800" b="1" dirty="0"/>
              <a:t>Proposed Solution - IBM watsonx.ai Studio – </a:t>
            </a:r>
            <a:r>
              <a:rPr lang="en-US" sz="2800" b="1" dirty="0" err="1"/>
              <a:t>AutoAI</a:t>
            </a:r>
            <a:endParaRPr lang="en-US" sz="2800" b="1" dirty="0"/>
          </a:p>
          <a:p>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312420" y="377190"/>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1094720"/>
            <a:ext cx="10515600" cy="5755422"/>
          </a:xfrm>
          <a:prstGeom prst="rect">
            <a:avLst/>
          </a:prstGeom>
          <a:noFill/>
        </p:spPr>
        <p:txBody>
          <a:bodyPr wrap="square" lIns="91440" tIns="45720" rIns="91440" bIns="45720" rtlCol="0" anchor="t">
            <a:spAutoFit/>
          </a:bodyPr>
          <a:lstStyle/>
          <a:p>
            <a:pPr algn="just"/>
            <a:endParaRPr lang="en-US" sz="1800" dirty="0"/>
          </a:p>
          <a:p>
            <a:pPr algn="just"/>
            <a:r>
              <a:rPr lang="en-IN" sz="2400" b="1" dirty="0"/>
              <a:t>Platform</a:t>
            </a:r>
            <a:endParaRPr lang="en-IN" sz="2400" dirty="0"/>
          </a:p>
          <a:p>
            <a:pPr marL="342900" indent="-342900" algn="just">
              <a:buFont typeface="Arial" panose="020B0604020202020204" pitchFamily="34" charset="0"/>
              <a:buChar char="•"/>
            </a:pPr>
            <a:r>
              <a:rPr lang="en-IN" sz="2400" dirty="0"/>
              <a:t>IBM Cloud </a:t>
            </a:r>
          </a:p>
          <a:p>
            <a:pPr marL="342900" indent="-342900" algn="just">
              <a:buFont typeface="Arial" panose="020B0604020202020204" pitchFamily="34" charset="0"/>
              <a:buChar char="•"/>
            </a:pPr>
            <a:r>
              <a:rPr lang="en-IN" sz="2400" dirty="0"/>
              <a:t>IBM watsonx.ai Studio </a:t>
            </a:r>
          </a:p>
          <a:p>
            <a:pPr marL="342900" indent="-342900" algn="just">
              <a:buFont typeface="Arial" panose="020B0604020202020204" pitchFamily="34" charset="0"/>
              <a:buChar char="•"/>
            </a:pPr>
            <a:r>
              <a:rPr lang="en-IN" sz="2400" dirty="0"/>
              <a:t>IBM </a:t>
            </a:r>
            <a:r>
              <a:rPr lang="en-IN" sz="2400" dirty="0" err="1"/>
              <a:t>AutoAI</a:t>
            </a:r>
            <a:r>
              <a:rPr lang="en-IN" sz="2400" dirty="0"/>
              <a:t> </a:t>
            </a:r>
          </a:p>
          <a:p>
            <a:pPr marL="342900" indent="-342900" algn="just">
              <a:buFont typeface="Arial" panose="020B0604020202020204" pitchFamily="34" charset="0"/>
              <a:buChar char="•"/>
            </a:pPr>
            <a:endParaRPr lang="en-IN" sz="2400" dirty="0"/>
          </a:p>
          <a:p>
            <a:pPr algn="just"/>
            <a:r>
              <a:rPr lang="en-IN" sz="2400" b="1" dirty="0"/>
              <a:t>Programming Language</a:t>
            </a:r>
            <a:endParaRPr lang="en-IN" sz="2400" dirty="0"/>
          </a:p>
          <a:p>
            <a:pPr marL="342900" indent="-342900" algn="just">
              <a:buFont typeface="Arial" panose="020B0604020202020204" pitchFamily="34" charset="0"/>
              <a:buChar char="•"/>
            </a:pPr>
            <a:r>
              <a:rPr lang="en-IN" sz="2400" dirty="0"/>
              <a:t>Python </a:t>
            </a:r>
          </a:p>
          <a:p>
            <a:pPr marL="342900" indent="-342900" algn="just">
              <a:buFont typeface="Arial" panose="020B0604020202020204" pitchFamily="34" charset="0"/>
              <a:buChar char="•"/>
            </a:pPr>
            <a:endParaRPr lang="en-IN" sz="2400" dirty="0"/>
          </a:p>
          <a:p>
            <a:pPr algn="just"/>
            <a:r>
              <a:rPr lang="en-IN" sz="2400" b="1" dirty="0"/>
              <a:t>Machine Learning Type</a:t>
            </a:r>
            <a:endParaRPr lang="en-IN" sz="2400" dirty="0"/>
          </a:p>
          <a:p>
            <a:pPr marL="342900" indent="-342900" algn="just">
              <a:buFont typeface="Arial" panose="020B0604020202020204" pitchFamily="34" charset="0"/>
              <a:buChar char="•"/>
            </a:pPr>
            <a:r>
              <a:rPr lang="en-IN" sz="2400" dirty="0"/>
              <a:t>Classification </a:t>
            </a:r>
          </a:p>
          <a:p>
            <a:pPr marL="342900" indent="-342900" algn="just">
              <a:buFont typeface="Arial" panose="020B0604020202020204" pitchFamily="34" charset="0"/>
              <a:buChar char="•"/>
            </a:pPr>
            <a:endParaRPr lang="en-IN" sz="2400" dirty="0"/>
          </a:p>
          <a:p>
            <a:pPr algn="just"/>
            <a:r>
              <a:rPr lang="en-IN" sz="2400" b="1" dirty="0"/>
              <a:t>Algorithm Used</a:t>
            </a:r>
            <a:endParaRPr lang="en-IN" sz="2400" dirty="0"/>
          </a:p>
          <a:p>
            <a:pPr marL="342900" indent="-342900" algn="just">
              <a:buFont typeface="Arial" panose="020B0604020202020204" pitchFamily="34" charset="0"/>
              <a:buChar char="•"/>
            </a:pPr>
            <a:r>
              <a:rPr lang="en-IN" sz="2400" dirty="0"/>
              <a:t>Snap Random Forest Classifier</a:t>
            </a:r>
          </a:p>
          <a:p>
            <a:pPr marL="342900" indent="-342900" algn="just">
              <a:buFont typeface="Arial" panose="020B0604020202020204" pitchFamily="34" charset="0"/>
              <a:buChar char="•"/>
            </a:pPr>
            <a:r>
              <a:rPr lang="en-IN" sz="2400" dirty="0" err="1"/>
              <a:t>XGBoost</a:t>
            </a:r>
            <a:r>
              <a:rPr lang="en-IN" sz="2400" dirty="0"/>
              <a:t> Classifier </a:t>
            </a:r>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12DB5C7A-B446-7C39-B8D5-84AF7DC11D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C3C061-77E5-FCC3-6FA8-A7E894E0C98E}"/>
              </a:ext>
            </a:extLst>
          </p:cNvPr>
          <p:cNvSpPr txBox="1"/>
          <p:nvPr/>
        </p:nvSpPr>
        <p:spPr>
          <a:xfrm>
            <a:off x="320040" y="397401"/>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27F880B-C536-9C34-C4DC-1E2EB20F5E75}"/>
              </a:ext>
            </a:extLst>
          </p:cNvPr>
          <p:cNvSpPr txBox="1"/>
          <p:nvPr/>
        </p:nvSpPr>
        <p:spPr>
          <a:xfrm>
            <a:off x="594360" y="920621"/>
            <a:ext cx="10515600" cy="5016758"/>
          </a:xfrm>
          <a:prstGeom prst="rect">
            <a:avLst/>
          </a:prstGeom>
          <a:noFill/>
        </p:spPr>
        <p:txBody>
          <a:bodyPr wrap="square" lIns="91440" tIns="45720" rIns="91440" bIns="45720" rtlCol="0" anchor="t">
            <a:spAutoFit/>
          </a:bodyPr>
          <a:lstStyle/>
          <a:p>
            <a:pPr algn="just"/>
            <a:endParaRPr lang="en-US" sz="1800" dirty="0"/>
          </a:p>
          <a:p>
            <a:r>
              <a:rPr lang="en-IN" sz="2400" b="1" dirty="0"/>
              <a:t>Dataset - </a:t>
            </a:r>
            <a:r>
              <a:rPr lang="en-IN" sz="2400" dirty="0"/>
              <a:t>PMGSY_DATASET.csv</a:t>
            </a:r>
            <a:r>
              <a:rPr lang="en-IN" sz="2400" dirty="0">
                <a:solidFill>
                  <a:srgbClr val="0070C0"/>
                </a:solidFill>
              </a:rPr>
              <a:t> https://aikosh.indiaai.gov.in/web/datasets/details/pradhan_mantri_gram_sadak_y ojna_pmgsy.html </a:t>
            </a:r>
          </a:p>
          <a:p>
            <a:endParaRPr lang="en-IN" sz="2400" dirty="0"/>
          </a:p>
          <a:p>
            <a:pPr algn="just"/>
            <a:r>
              <a:rPr lang="en-IN" sz="2400" b="1" dirty="0"/>
              <a:t>Accuracy Obtained :</a:t>
            </a:r>
          </a:p>
          <a:p>
            <a:pPr algn="just"/>
            <a:r>
              <a:rPr lang="en-IN" sz="2400" dirty="0"/>
              <a:t>The Snap Random Forest Classifier was selected as the best model with an accuracy of </a:t>
            </a:r>
            <a:r>
              <a:rPr lang="en-IN" sz="2400" b="1" dirty="0"/>
              <a:t>92.4%</a:t>
            </a:r>
            <a:r>
              <a:rPr lang="en-IN" sz="2400" dirty="0"/>
              <a:t>.</a:t>
            </a:r>
          </a:p>
          <a:p>
            <a:pPr algn="just"/>
            <a:endParaRPr lang="en-IN" sz="2400" dirty="0"/>
          </a:p>
          <a:p>
            <a:pPr algn="just"/>
            <a:r>
              <a:rPr lang="en-IN" sz="2400" b="1" dirty="0"/>
              <a:t>Hyperparameter Tuning :</a:t>
            </a:r>
            <a:endParaRPr lang="en-IN" sz="2400" dirty="0"/>
          </a:p>
          <a:p>
            <a:pPr algn="just"/>
            <a:r>
              <a:rPr lang="en-IN" sz="2400" dirty="0"/>
              <a:t>Automatically optimized using IBM </a:t>
            </a:r>
            <a:r>
              <a:rPr lang="en-IN" sz="2400" dirty="0" err="1"/>
              <a:t>AutoAI</a:t>
            </a:r>
            <a:endParaRPr lang="en-IN" sz="2400" dirty="0"/>
          </a:p>
          <a:p>
            <a:pPr marL="285750" indent="-285750">
              <a:buFont typeface="Arial" panose="020B0604020202020204" pitchFamily="34" charset="0"/>
              <a:buChar char="•"/>
            </a:pPr>
            <a:endParaRPr lang="en-US" sz="2400" dirty="0"/>
          </a:p>
          <a:p>
            <a:endParaRPr lang="en-US" sz="2400" dirty="0"/>
          </a:p>
          <a:p>
            <a:endParaRPr lang="en-IN" dirty="0"/>
          </a:p>
        </p:txBody>
      </p:sp>
    </p:spTree>
    <p:extLst>
      <p:ext uri="{BB962C8B-B14F-4D97-AF65-F5344CB8AC3E}">
        <p14:creationId xmlns:p14="http://schemas.microsoft.com/office/powerpoint/2010/main" val="940537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Training Screenshots-</a:t>
            </a:r>
            <a:endParaRPr sz="2800" b="1" dirty="0">
              <a:sym typeface="Times New Roman"/>
            </a:endParaRPr>
          </a:p>
        </p:txBody>
      </p:sp>
      <p:pic>
        <p:nvPicPr>
          <p:cNvPr id="4" name="Picture 3">
            <a:extLst>
              <a:ext uri="{FF2B5EF4-FFF2-40B4-BE49-F238E27FC236}">
                <a16:creationId xmlns:a16="http://schemas.microsoft.com/office/drawing/2014/main" id="{51043577-5D17-601F-092F-EDF50829D482}"/>
              </a:ext>
            </a:extLst>
          </p:cNvPr>
          <p:cNvPicPr>
            <a:picLocks noChangeAspect="1"/>
          </p:cNvPicPr>
          <p:nvPr/>
        </p:nvPicPr>
        <p:blipFill>
          <a:blip r:embed="rId3"/>
          <a:stretch>
            <a:fillRect/>
          </a:stretch>
        </p:blipFill>
        <p:spPr>
          <a:xfrm>
            <a:off x="579619" y="826881"/>
            <a:ext cx="11032761" cy="570788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61B7DE6C-FE10-19C0-7B8E-5BD4765398B7}"/>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9FFF2FD3-EB99-7154-EBD3-E7D94A36F0E7}"/>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Training Screenshots-</a:t>
            </a:r>
          </a:p>
        </p:txBody>
      </p:sp>
      <p:pic>
        <p:nvPicPr>
          <p:cNvPr id="5" name="Picture 4">
            <a:extLst>
              <a:ext uri="{FF2B5EF4-FFF2-40B4-BE49-F238E27FC236}">
                <a16:creationId xmlns:a16="http://schemas.microsoft.com/office/drawing/2014/main" id="{B6E769FA-184D-C605-655E-DF0F19886AA4}"/>
              </a:ext>
            </a:extLst>
          </p:cNvPr>
          <p:cNvPicPr>
            <a:picLocks noChangeAspect="1"/>
          </p:cNvPicPr>
          <p:nvPr/>
        </p:nvPicPr>
        <p:blipFill>
          <a:blip r:embed="rId3"/>
          <a:srcRect t="1231"/>
          <a:stretch>
            <a:fillRect/>
          </a:stretch>
        </p:blipFill>
        <p:spPr>
          <a:xfrm>
            <a:off x="537590" y="834918"/>
            <a:ext cx="11152682" cy="5699843"/>
          </a:xfrm>
          <a:prstGeom prst="rect">
            <a:avLst/>
          </a:prstGeom>
        </p:spPr>
      </p:pic>
    </p:spTree>
    <p:extLst>
      <p:ext uri="{BB962C8B-B14F-4D97-AF65-F5344CB8AC3E}">
        <p14:creationId xmlns:p14="http://schemas.microsoft.com/office/powerpoint/2010/main" val="3475267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43BE0AB-F58D-1DE1-A66E-DFE830C44D3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D4926A28-14AE-20C7-66B3-0E9AA5702C2C}"/>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Training Screenshots-</a:t>
            </a:r>
          </a:p>
        </p:txBody>
      </p:sp>
      <p:pic>
        <p:nvPicPr>
          <p:cNvPr id="4" name="Picture 3">
            <a:extLst>
              <a:ext uri="{FF2B5EF4-FFF2-40B4-BE49-F238E27FC236}">
                <a16:creationId xmlns:a16="http://schemas.microsoft.com/office/drawing/2014/main" id="{B925AA66-3EB3-28D4-16BD-D474752FC598}"/>
              </a:ext>
            </a:extLst>
          </p:cNvPr>
          <p:cNvPicPr>
            <a:picLocks noChangeAspect="1"/>
          </p:cNvPicPr>
          <p:nvPr/>
        </p:nvPicPr>
        <p:blipFill>
          <a:blip r:embed="rId3"/>
          <a:stretch>
            <a:fillRect/>
          </a:stretch>
        </p:blipFill>
        <p:spPr>
          <a:xfrm>
            <a:off x="424721" y="921648"/>
            <a:ext cx="11447489" cy="5476989"/>
          </a:xfrm>
          <a:prstGeom prst="rect">
            <a:avLst/>
          </a:prstGeom>
        </p:spPr>
      </p:pic>
    </p:spTree>
    <p:extLst>
      <p:ext uri="{BB962C8B-B14F-4D97-AF65-F5344CB8AC3E}">
        <p14:creationId xmlns:p14="http://schemas.microsoft.com/office/powerpoint/2010/main" val="1145758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Calibri"/>
                <a:ea typeface="Calibri"/>
                <a:cs typeface="Calibri"/>
              </a:rPr>
              <a:t>Best Model Screenshot:</a:t>
            </a:r>
          </a:p>
        </p:txBody>
      </p:sp>
      <p:pic>
        <p:nvPicPr>
          <p:cNvPr id="4" name="Picture 3">
            <a:extLst>
              <a:ext uri="{FF2B5EF4-FFF2-40B4-BE49-F238E27FC236}">
                <a16:creationId xmlns:a16="http://schemas.microsoft.com/office/drawing/2014/main" id="{14819E66-DCB3-0D7C-DF25-3253B6B47447}"/>
              </a:ext>
            </a:extLst>
          </p:cNvPr>
          <p:cNvPicPr>
            <a:picLocks noChangeAspect="1"/>
          </p:cNvPicPr>
          <p:nvPr/>
        </p:nvPicPr>
        <p:blipFill>
          <a:blip r:embed="rId3"/>
          <a:stretch>
            <a:fillRect/>
          </a:stretch>
        </p:blipFill>
        <p:spPr>
          <a:xfrm>
            <a:off x="511136" y="849019"/>
            <a:ext cx="11169728" cy="56857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Calibri"/>
                <a:ea typeface="Calibri"/>
                <a:cs typeface="Calibri"/>
              </a:rPr>
              <a:t>Testing Screenshot:</a:t>
            </a:r>
          </a:p>
        </p:txBody>
      </p:sp>
      <p:pic>
        <p:nvPicPr>
          <p:cNvPr id="4" name="Picture 3">
            <a:extLst>
              <a:ext uri="{FF2B5EF4-FFF2-40B4-BE49-F238E27FC236}">
                <a16:creationId xmlns:a16="http://schemas.microsoft.com/office/drawing/2014/main" id="{5DAEF725-1062-D688-9041-DEBEFFA72A99}"/>
              </a:ext>
            </a:extLst>
          </p:cNvPr>
          <p:cNvPicPr>
            <a:picLocks noChangeAspect="1"/>
          </p:cNvPicPr>
          <p:nvPr/>
        </p:nvPicPr>
        <p:blipFill>
          <a:blip r:embed="rId3"/>
          <a:stretch>
            <a:fillRect/>
          </a:stretch>
        </p:blipFill>
        <p:spPr>
          <a:xfrm>
            <a:off x="362262" y="771747"/>
            <a:ext cx="11467475" cy="5707464"/>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4534612"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Calibri"/>
              </a:rPr>
              <a:t>Testing Screenshot:</a:t>
            </a:r>
            <a:endParaRPr lang="en-US" sz="2800" dirty="0"/>
          </a:p>
          <a:p>
            <a:pPr algn="ctr"/>
            <a:endParaRPr lang="en-US" dirty="0"/>
          </a:p>
        </p:txBody>
      </p:sp>
      <p:pic>
        <p:nvPicPr>
          <p:cNvPr id="3" name="Picture 2">
            <a:extLst>
              <a:ext uri="{FF2B5EF4-FFF2-40B4-BE49-F238E27FC236}">
                <a16:creationId xmlns:a16="http://schemas.microsoft.com/office/drawing/2014/main" id="{1B305DA6-4B23-675C-A68B-7866B30DFDAF}"/>
              </a:ext>
            </a:extLst>
          </p:cNvPr>
          <p:cNvPicPr>
            <a:picLocks noChangeAspect="1"/>
          </p:cNvPicPr>
          <p:nvPr/>
        </p:nvPicPr>
        <p:blipFill>
          <a:blip r:embed="rId2"/>
          <a:stretch>
            <a:fillRect/>
          </a:stretch>
        </p:blipFill>
        <p:spPr>
          <a:xfrm>
            <a:off x="729521" y="684976"/>
            <a:ext cx="10732958" cy="5787850"/>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31520" y="1207008"/>
            <a:ext cx="10769628" cy="2308324"/>
          </a:xfrm>
          <a:prstGeom prst="rect">
            <a:avLst/>
          </a:prstGeom>
          <a:noFill/>
        </p:spPr>
        <p:txBody>
          <a:bodyPr wrap="square" lIns="91440" tIns="45720" rIns="91440" bIns="45720" rtlCol="0" anchor="t">
            <a:spAutoFit/>
          </a:bodyPr>
          <a:lstStyle/>
          <a:p>
            <a:pPr marL="285750" indent="-285750" algn="just">
              <a:buChar char="•"/>
            </a:pPr>
            <a:r>
              <a:rPr lang="en-IN" sz="2400" dirty="0"/>
              <a:t>Automates rural infrastructure project classification. </a:t>
            </a:r>
          </a:p>
          <a:p>
            <a:pPr marL="285750" indent="-285750" algn="just">
              <a:buChar char="•"/>
            </a:pPr>
            <a:r>
              <a:rPr lang="en-IN" sz="2400" dirty="0"/>
              <a:t>Reduces manual classification errors.</a:t>
            </a:r>
          </a:p>
          <a:p>
            <a:pPr marL="285750" indent="-285750" algn="just">
              <a:buChar char="•"/>
            </a:pPr>
            <a:r>
              <a:rPr lang="en-IN" sz="2400" dirty="0"/>
              <a:t>Uses IBM </a:t>
            </a:r>
            <a:r>
              <a:rPr lang="en-IN" sz="2400" dirty="0" err="1"/>
              <a:t>AutoAI</a:t>
            </a:r>
            <a:r>
              <a:rPr lang="en-IN" sz="2400" dirty="0"/>
              <a:t> for automatic model generation. </a:t>
            </a:r>
          </a:p>
          <a:p>
            <a:pPr marL="285750" indent="-285750" algn="just">
              <a:buChar char="•"/>
            </a:pPr>
            <a:r>
              <a:rPr lang="en-IN" sz="2400" dirty="0"/>
              <a:t>Provides fast and accurate predictions. </a:t>
            </a:r>
          </a:p>
          <a:p>
            <a:pPr marL="285750" indent="-285750" algn="just">
              <a:buChar char="•"/>
            </a:pPr>
            <a:r>
              <a:rPr lang="en-IN" sz="2400" dirty="0"/>
              <a:t>Supports government planning and rural development initiatives. </a:t>
            </a:r>
          </a:p>
          <a:p>
            <a:pPr marL="285750" indent="-285750" algn="just">
              <a:buChar char="•"/>
            </a:pPr>
            <a:r>
              <a:rPr lang="en-IN" sz="2400" dirty="0"/>
              <a:t>Easily scalable for larger infrastructure datasets.</a:t>
            </a:r>
            <a:endParaRPr lang="en-IN" sz="2400" b="1"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654844" y="18049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655320" y="1019111"/>
            <a:ext cx="10622280" cy="5658395"/>
          </a:xfrm>
          <a:prstGeom prst="rect">
            <a:avLst/>
          </a:prstGeom>
          <a:noFill/>
          <a:ln>
            <a:noFill/>
          </a:ln>
        </p:spPr>
        <p:txBody>
          <a:bodyPr spcFirstLastPara="1" wrap="square" lIns="0" tIns="0" rIns="0" bIns="0" anchor="t" anchorCtr="0">
            <a:noAutofit/>
          </a:bodyPr>
          <a:lstStyle/>
          <a:p>
            <a:r>
              <a:rPr lang="en-IN" sz="2400" dirty="0"/>
              <a:t>A public GitHub repository was created to host the IBM Machine Learning project. The repository includes all the required project files, such as the dataset, problem statement, project presentation, Python notebook, and README documentation.</a:t>
            </a:r>
          </a:p>
          <a:p>
            <a:endParaRPr lang="en-IN" sz="2400" dirty="0"/>
          </a:p>
          <a:p>
            <a:r>
              <a:rPr lang="en-IN" sz="2400" b="1" dirty="0"/>
              <a:t>GitHub Repository Link:</a:t>
            </a:r>
            <a:endParaRPr lang="en-IN" sz="2400" dirty="0"/>
          </a:p>
          <a:p>
            <a:r>
              <a:rPr lang="en-IN" sz="2400" b="1" dirty="0">
                <a:hlinkClick r:id="rId3"/>
              </a:rPr>
              <a:t>https://github.com/Vinayaga2605/IBM-Machine-Learning-Project</a:t>
            </a:r>
            <a:endParaRPr lang="en-IN" sz="2400" b="1" dirty="0"/>
          </a:p>
          <a:p>
            <a:endParaRPr lang="en-IN" sz="2400" dirty="0"/>
          </a:p>
          <a:p>
            <a:r>
              <a:rPr lang="en-IN" sz="2400" b="1" dirty="0"/>
              <a:t>Uploaded Files:</a:t>
            </a:r>
          </a:p>
          <a:p>
            <a:endParaRPr lang="en-IN" sz="2400" dirty="0"/>
          </a:p>
          <a:p>
            <a:pPr marL="342900" indent="-342900">
              <a:buFont typeface="Arial" panose="020B0604020202020204" pitchFamily="34" charset="0"/>
              <a:buChar char="•"/>
            </a:pPr>
            <a:r>
              <a:rPr lang="en-IN" sz="2400" dirty="0"/>
              <a:t>PMGSY_DATASET.csv </a:t>
            </a:r>
          </a:p>
          <a:p>
            <a:pPr marL="342900" indent="-342900">
              <a:buFont typeface="Arial" panose="020B0604020202020204" pitchFamily="34" charset="0"/>
              <a:buChar char="•"/>
            </a:pPr>
            <a:r>
              <a:rPr lang="en-IN" sz="2400" dirty="0"/>
              <a:t>ProblemStatement.pdf </a:t>
            </a:r>
          </a:p>
          <a:p>
            <a:pPr marL="342900" indent="-342900">
              <a:buFont typeface="Arial" panose="020B0604020202020204" pitchFamily="34" charset="0"/>
              <a:buChar char="•"/>
            </a:pPr>
            <a:r>
              <a:rPr lang="en-IN" sz="2400" dirty="0"/>
              <a:t>ProjectPresentation.pptx </a:t>
            </a:r>
          </a:p>
          <a:p>
            <a:pPr marL="342900" indent="-342900">
              <a:buFont typeface="Arial" panose="020B0604020202020204" pitchFamily="34" charset="0"/>
              <a:buChar char="•"/>
            </a:pPr>
            <a:r>
              <a:rPr lang="en-IN" sz="2400" dirty="0"/>
              <a:t>Rural Infrastructure Project Classification Using </a:t>
            </a:r>
            <a:r>
              <a:rPr lang="en-IN" sz="2400" dirty="0" err="1"/>
              <a:t>ML.ipynb</a:t>
            </a:r>
            <a:r>
              <a:rPr lang="en-IN" sz="2400" dirty="0"/>
              <a:t> </a:t>
            </a:r>
          </a:p>
          <a:p>
            <a:pPr marL="342900" indent="-342900">
              <a:buFont typeface="Arial" panose="020B0604020202020204" pitchFamily="34" charset="0"/>
              <a:buChar char="•"/>
            </a:pPr>
            <a:r>
              <a:rPr lang="en-IN" sz="2400" dirty="0"/>
              <a:t>README.md </a:t>
            </a: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indent="-285750">
              <a:lnSpc>
                <a:spcPct val="150000"/>
              </a:lnSpc>
              <a:buFont typeface="Arial"/>
              <a:buChar char="•"/>
            </a:pPr>
            <a:r>
              <a:rPr lang="en-IN" sz="2400" dirty="0"/>
              <a:t>Improve prediction accuracy using larger datasets. </a:t>
            </a:r>
          </a:p>
          <a:p>
            <a:pPr marL="285750" indent="-285750">
              <a:lnSpc>
                <a:spcPct val="150000"/>
              </a:lnSpc>
              <a:buFont typeface="Arial"/>
              <a:buChar char="•"/>
            </a:pPr>
            <a:r>
              <a:rPr lang="en-IN" sz="2400" dirty="0"/>
              <a:t>Integrate GIS and satellite data for infrastructure planning. </a:t>
            </a:r>
          </a:p>
          <a:p>
            <a:pPr marL="285750" indent="-285750">
              <a:lnSpc>
                <a:spcPct val="150000"/>
              </a:lnSpc>
              <a:buFont typeface="Arial"/>
              <a:buChar char="•"/>
            </a:pPr>
            <a:r>
              <a:rPr lang="en-IN" sz="2400" dirty="0"/>
              <a:t>Develop a web application for real-time project classification. </a:t>
            </a:r>
          </a:p>
          <a:p>
            <a:pPr marL="285750" indent="-285750">
              <a:lnSpc>
                <a:spcPct val="150000"/>
              </a:lnSpc>
              <a:buFont typeface="Arial"/>
              <a:buChar char="•"/>
            </a:pPr>
            <a:r>
              <a:rPr lang="en-IN" sz="2400" dirty="0"/>
              <a:t>Deploy the model as a cloud-based API using IBM Cloud.</a:t>
            </a:r>
          </a:p>
          <a:p>
            <a:pPr>
              <a:lnSpc>
                <a:spcPct val="150000"/>
              </a:lnSpc>
            </a:pPr>
            <a:r>
              <a:rPr lang="en-IN" sz="2400" dirty="0"/>
              <a:t> Extend the solution to classify additional government infrastructure schemes</a:t>
            </a:r>
            <a:r>
              <a:rPr lang="en-IN" sz="2000" dirty="0"/>
              <a:t>.</a:t>
            </a: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6AD5D31-EDA5-2C50-7CE9-7D1E60A89F54}"/>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8" name="Picture 7">
            <a:extLst>
              <a:ext uri="{FF2B5EF4-FFF2-40B4-BE49-F238E27FC236}">
                <a16:creationId xmlns:a16="http://schemas.microsoft.com/office/drawing/2014/main" id="{A38B03EE-2AB1-216A-0D55-4BD05FFA9819}"/>
              </a:ext>
            </a:extLst>
          </p:cNvPr>
          <p:cNvPicPr>
            <a:picLocks noChangeAspect="1"/>
          </p:cNvPicPr>
          <p:nvPr/>
        </p:nvPicPr>
        <p:blipFill>
          <a:blip r:embed="rId7"/>
          <a:stretch>
            <a:fillRect/>
          </a:stretch>
        </p:blipFill>
        <p:spPr>
          <a:xfrm>
            <a:off x="2126272" y="1367169"/>
            <a:ext cx="7939456" cy="516659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Add your IBM BOB Certificate</a:t>
            </a:r>
          </a:p>
        </p:txBody>
      </p:sp>
      <p:pic>
        <p:nvPicPr>
          <p:cNvPr id="3" name="Picture 2">
            <a:extLst>
              <a:ext uri="{FF2B5EF4-FFF2-40B4-BE49-F238E27FC236}">
                <a16:creationId xmlns:a16="http://schemas.microsoft.com/office/drawing/2014/main" id="{42FC49BF-074A-6814-9308-6E915D1B8123}"/>
              </a:ext>
            </a:extLst>
          </p:cNvPr>
          <p:cNvPicPr>
            <a:picLocks noChangeAspect="1"/>
          </p:cNvPicPr>
          <p:nvPr/>
        </p:nvPicPr>
        <p:blipFill>
          <a:blip r:embed="rId2"/>
          <a:srcRect l="3020" t="4883" r="20116"/>
          <a:stretch>
            <a:fillRect/>
          </a:stretch>
        </p:blipFill>
        <p:spPr>
          <a:xfrm rot="5400000">
            <a:off x="4202730" y="-438450"/>
            <a:ext cx="4655450" cy="833651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570</Words>
  <Application>Microsoft Office PowerPoint</Application>
  <PresentationFormat>Widescreen</PresentationFormat>
  <Paragraphs>100</Paragraphs>
  <Slides>18</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vinayaga2605@outlook.com</cp:lastModifiedBy>
  <cp:revision>19</cp:revision>
  <dcterms:created xsi:type="dcterms:W3CDTF">2025-07-08T05:06:56Z</dcterms:created>
  <dcterms:modified xsi:type="dcterms:W3CDTF">2026-07-07T15:20:47Z</dcterms:modified>
</cp:coreProperties>
</file>